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 Optimization for Spherecast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Demand Forecasting &amp; Supply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supply chains are complex</a:t>
            </a:r>
          </a:p>
          <a:p>
            <a:r>
              <a:t>Demand uncertainty</a:t>
            </a:r>
          </a:p>
          <a:p>
            <a:r>
              <a:t>Inventory imbalance</a:t>
            </a:r>
          </a:p>
          <a:p>
            <a:r>
              <a:t>Spherecast provides AI-driven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Overstock and stockouts</a:t>
            </a:r>
          </a:p>
          <a:p>
            <a:r>
              <a:t>Manual inefficiencies</a:t>
            </a:r>
          </a:p>
          <a:p>
            <a:r>
              <a:t>Multi-warehouse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forecasting</a:t>
            </a:r>
          </a:p>
          <a:p>
            <a:r>
              <a:t>Supply optimization</a:t>
            </a:r>
          </a:p>
          <a:p>
            <a:r>
              <a:t>Automated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ingestion</a:t>
            </a:r>
          </a:p>
          <a:p>
            <a:r>
              <a:t>Forecasting module</a:t>
            </a:r>
          </a:p>
          <a:p>
            <a:r>
              <a:t>Optimization engine</a:t>
            </a:r>
          </a:p>
          <a:p>
            <a:r>
              <a:t>Execution layer</a:t>
            </a:r>
          </a:p>
          <a:p>
            <a:r>
              <a:t>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forecasting</a:t>
            </a:r>
          </a:p>
          <a:p>
            <a:r>
              <a:t>Inventory optimization</a:t>
            </a:r>
          </a:p>
          <a:p>
            <a:r>
              <a:t>Scenario simulation</a:t>
            </a:r>
          </a:p>
          <a:p>
            <a:r>
              <a:t>Automated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</a:t>
            </a:r>
          </a:p>
          <a:p>
            <a:r>
              <a:t>Forecast demand</a:t>
            </a:r>
          </a:p>
          <a:p>
            <a:r>
              <a:t>Optimize supply</a:t>
            </a:r>
          </a:p>
          <a:p>
            <a:r>
              <a:t>Execute plan</a:t>
            </a:r>
          </a:p>
          <a:p>
            <a:r>
              <a:t>Monitor &amp; adjust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FastAPI</a:t>
            </a:r>
          </a:p>
          <a:p>
            <a:r>
              <a:t>SQL</a:t>
            </a:r>
          </a:p>
          <a:p>
            <a:r>
              <a:t>Machine Learning</a:t>
            </a:r>
          </a:p>
          <a:p>
            <a:r>
              <a:t>Cloud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stockouts</a:t>
            </a:r>
          </a:p>
          <a:p>
            <a:r>
              <a:t>Lower costs</a:t>
            </a:r>
          </a:p>
          <a:p>
            <a:r>
              <a:t>Faster decisions</a:t>
            </a:r>
          </a:p>
          <a:p>
            <a:r>
              <a:t>Scalable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</a:t>
            </a:r>
          </a:p>
          <a:p>
            <a:r>
              <a:t>Retail</a:t>
            </a:r>
          </a:p>
          <a:p>
            <a:r>
              <a:t>Consumer goods</a:t>
            </a:r>
          </a:p>
          <a:p>
            <a:r>
              <a:t>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quality</a:t>
            </a:r>
          </a:p>
          <a:p>
            <a:r>
              <a:t>System integration</a:t>
            </a:r>
          </a:p>
          <a:p>
            <a:r>
              <a:t>Model accuracy</a:t>
            </a:r>
          </a:p>
          <a:p>
            <a:r>
              <a:t>Change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Explainable AI</a:t>
            </a:r>
          </a:p>
          <a:p>
            <a:r>
              <a:t>Real-time learning</a:t>
            </a:r>
          </a:p>
          <a:p>
            <a:r>
              <a:t>IoT integration</a:t>
            </a:r>
          </a:p>
          <a:p>
            <a:r>
              <a:t>Autonomous supply chains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transforms supply chains</a:t>
            </a:r>
          </a:p>
          <a:p>
            <a:r>
              <a:t>Spherecast enables automation and efficiency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