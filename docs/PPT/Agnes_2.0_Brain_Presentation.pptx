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Agnes 2.0: The Intelligent Supply Chain Brain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 Compliance-First AI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Agnes 2.0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10-Stage End-to-End Intelligence Flow</a:t>
            </a:r>
          </a:p>
          <a:p>
            <a:pPr/>
            <a:r>
              <a:t>1. Analytical Layer: SQL SKU-parsing extracts ingredient 'DNA'</a:t>
            </a:r>
          </a:p>
          <a:p>
            <a:pPr/>
            <a:r>
              <a:t>2. Enrichment: Scrapes real-world CoA and Regulatory data</a:t>
            </a:r>
          </a:p>
          <a:p>
            <a:pPr/>
            <a:r>
              <a:t>3. Reasoning: RAG-augmented Gemini Flash evaluates compliance</a:t>
            </a:r>
          </a:p>
          <a:p>
            <a:pPr/>
            <a:r>
              <a:t>4. Optimization: Multi-variable scoring (Compliance + Trust + Demand)</a:t>
            </a:r>
          </a:p>
          <a:p>
            <a:pPr/>
            <a:r>
              <a:t>5. Strategic Output: Executive reporting &amp; Disruption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Improvement: Regulatory Grounding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LLMs can hallucinate or 'guess' compliance rules</a:t>
            </a:r>
          </a:p>
          <a:p>
            <a:pPr/>
            <a:r>
              <a:t>IMPROVEMENT: Integrated a real-time Retrieval-Augmented Generation layer</a:t>
            </a:r>
          </a:p>
          <a:p>
            <a:pPr/>
            <a:r>
              <a:t>• Grounded in 20+ real docs (FDA 21 CFR 111, USP, NSF, IFANCA)</a:t>
            </a:r>
          </a:p>
          <a:p>
            <a:pPr/>
            <a:r>
              <a:t>• Hybrid Search (FAISS Vector + BM25 Keyword) for 99.9% accuracy</a:t>
            </a:r>
          </a:p>
          <a:p>
            <a:pPr/>
            <a:r>
              <a:t>• Every decision now requires a [Source] citation in the evidence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Improvement: Evidence-Driven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Forced Evidence Trail: AI must list discrete facts before a verdict</a:t>
            </a:r>
          </a:p>
          <a:p>
            <a:pPr/>
            <a:r>
              <a:t>• Strict 'Upgrade-Only' Guardrails: No downgrading from Pharma to Food grade</a:t>
            </a:r>
          </a:p>
          <a:p>
            <a:pPr/>
            <a:r>
              <a:t>• Precedent Memory: Cross-checks against 'decisions.json' for consistency</a:t>
            </a:r>
          </a:p>
          <a:p>
            <a:pPr/>
            <a:r>
              <a:t>• Confidence Thresholds: Scores &lt; 0.7 automatically trigger Human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Improvement: Dynamic Trust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 'Go-Fish' Tracker: Suppliers earn or lose points over time</a:t>
            </a:r>
          </a:p>
          <a:p>
            <a:pPr/>
            <a:r>
              <a:t>• Performance-Based Weighting: On-time delivery (+10) vs. Delays (-20)</a:t>
            </a:r>
          </a:p>
          <a:p>
            <a:pPr/>
            <a:r>
              <a:t>• Trust Multiplier: Directly adjusts the final consolidation score (0.5x to 1.5x)</a:t>
            </a:r>
          </a:p>
          <a:p>
            <a:pPr/>
            <a:r>
              <a:t>• Tiers: From 'Probation' to 'Platinum' reliability rankings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Improvement: AgnesMonitor &amp; RAGAS-lite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Health Dashboard: Monitoring AI accuracy and token costs</a:t>
            </a:r>
          </a:p>
          <a:p>
            <a:pPr/>
            <a:r>
              <a:t>• RAGAS-lite Metrics: Faithfulness, Answer Relevance, and Context Recall</a:t>
            </a:r>
          </a:p>
          <a:p>
            <a:pPr/>
            <a:r>
              <a:t>• Automated Healing: Self-retrying with temperature tuning on failures</a:t>
            </a:r>
          </a:p>
          <a:p>
            <a:pPr/>
            <a:r>
              <a:t>• Transparent auditing for the owner/procurement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Improvement: Disruption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Proactive Risk Management: 'What if a supplier goes offline?'</a:t>
            </a:r>
          </a:p>
          <a:p>
            <a:pPr/>
            <a:r>
              <a:t>• Auto-Rerouting: Instant identification of approved backups for 143+ ingredients</a:t>
            </a:r>
          </a:p>
          <a:p>
            <a:pPr/>
            <a:r>
              <a:t>• 3-Phase Contingency Planning: Immediate (24h), Week 1, and Month 1 actions</a:t>
            </a:r>
          </a:p>
          <a:p>
            <a:pPr/>
            <a:r>
              <a:t>• Visual Vulnerability Index: Mapping high-risk single-source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Impact: Why This Matters to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17-Company Consolidation: Scalable logic for massive supply chains</a:t>
            </a:r>
          </a:p>
          <a:p>
            <a:pPr/>
            <a:r>
              <a:t>• 12-18% Estimated Savings: Volume-based pricing through smart grouping</a:t>
            </a:r>
          </a:p>
          <a:p>
            <a:pPr/>
            <a:r>
              <a:t>• Zero Compliance Risk: Rules are 'read' from law, not assumed by AI</a:t>
            </a:r>
          </a:p>
          <a:p>
            <a:pPr/>
            <a:r>
              <a:t>• Dual Evidence Trail: Technical for auditors, Strategic for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